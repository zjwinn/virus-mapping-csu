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</p:sldIdLst>
  <p:sldSz cx="10058400" cy="10058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6F684BF-A4CC-4B04-A110-A5656AFC7D2F}" v="7" dt="2026-05-27T20:01:34.79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>
      <p:cViewPr varScale="1">
        <p:scale>
          <a:sx n="62" d="100"/>
          <a:sy n="62" d="100"/>
        </p:scale>
        <p:origin x="1901" y="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457200" cy="457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Zachary Winn" userId="c954d0af965cb312" providerId="LiveId" clId="{30F7F2EC-E866-4775-8883-05350D5FFBC2}"/>
    <pc:docChg chg="undo custSel mod delSld modSld modMainMaster">
      <pc:chgData name="Zachary Winn" userId="c954d0af965cb312" providerId="LiveId" clId="{30F7F2EC-E866-4775-8883-05350D5FFBC2}" dt="2026-05-27T20:00:54.881" v="151"/>
      <pc:docMkLst>
        <pc:docMk/>
      </pc:docMkLst>
      <pc:sldChg chg="addSp delSp modSp mod">
        <pc:chgData name="Zachary Winn" userId="c954d0af965cb312" providerId="LiveId" clId="{30F7F2EC-E866-4775-8883-05350D5FFBC2}" dt="2026-05-27T20:00:54.881" v="151"/>
        <pc:sldMkLst>
          <pc:docMk/>
          <pc:sldMk cId="1675666732" sldId="256"/>
        </pc:sldMkLst>
        <pc:spChg chg="add del ord">
          <ac:chgData name="Zachary Winn" userId="c954d0af965cb312" providerId="LiveId" clId="{30F7F2EC-E866-4775-8883-05350D5FFBC2}" dt="2026-05-27T19:51:32.596" v="147" actId="478"/>
          <ac:spMkLst>
            <pc:docMk/>
            <pc:sldMk cId="1675666732" sldId="256"/>
            <ac:spMk id="3" creationId="{F7DC94AE-11B2-8184-A959-3A307EC76FFD}"/>
          </ac:spMkLst>
        </pc:spChg>
        <pc:spChg chg="del mod">
          <ac:chgData name="Zachary Winn" userId="c954d0af965cb312" providerId="LiveId" clId="{30F7F2EC-E866-4775-8883-05350D5FFBC2}" dt="2026-05-27T19:45:07.611" v="3" actId="478"/>
          <ac:spMkLst>
            <pc:docMk/>
            <pc:sldMk cId="1675666732" sldId="256"/>
            <ac:spMk id="4" creationId="{848A1BC4-5D96-AAD5-1D8A-CDCCB9DC82F0}"/>
          </ac:spMkLst>
        </pc:spChg>
        <pc:spChg chg="mod">
          <ac:chgData name="Zachary Winn" userId="c954d0af965cb312" providerId="LiveId" clId="{30F7F2EC-E866-4775-8883-05350D5FFBC2}" dt="2026-05-27T20:00:54.881" v="151"/>
          <ac:spMkLst>
            <pc:docMk/>
            <pc:sldMk cId="1675666732" sldId="256"/>
            <ac:spMk id="9" creationId="{33F4A16D-9A42-01E5-A639-012DA6772FB3}"/>
          </ac:spMkLst>
        </pc:spChg>
        <pc:spChg chg="add del mod ord">
          <ac:chgData name="Zachary Winn" userId="c954d0af965cb312" providerId="LiveId" clId="{30F7F2EC-E866-4775-8883-05350D5FFBC2}" dt="2026-05-27T19:51:32.596" v="147" actId="478"/>
          <ac:spMkLst>
            <pc:docMk/>
            <pc:sldMk cId="1675666732" sldId="256"/>
            <ac:spMk id="10" creationId="{C3E63B28-4C50-C8B7-2709-05B5AC182E8E}"/>
          </ac:spMkLst>
        </pc:spChg>
        <pc:spChg chg="add del mod ord">
          <ac:chgData name="Zachary Winn" userId="c954d0af965cb312" providerId="LiveId" clId="{30F7F2EC-E866-4775-8883-05350D5FFBC2}" dt="2026-05-27T19:51:32.596" v="147" actId="478"/>
          <ac:spMkLst>
            <pc:docMk/>
            <pc:sldMk cId="1675666732" sldId="256"/>
            <ac:spMk id="11" creationId="{72A958AE-02D9-EAF8-F87E-61B87AE47D87}"/>
          </ac:spMkLst>
        </pc:spChg>
        <pc:spChg chg="mod">
          <ac:chgData name="Zachary Winn" userId="c954d0af965cb312" providerId="LiveId" clId="{30F7F2EC-E866-4775-8883-05350D5FFBC2}" dt="2026-05-27T20:00:54.881" v="151"/>
          <ac:spMkLst>
            <pc:docMk/>
            <pc:sldMk cId="1675666732" sldId="256"/>
            <ac:spMk id="13" creationId="{4C6EB235-4E41-60AA-4993-5FD47BC05B62}"/>
          </ac:spMkLst>
        </pc:spChg>
        <pc:spChg chg="mod">
          <ac:chgData name="Zachary Winn" userId="c954d0af965cb312" providerId="LiveId" clId="{30F7F2EC-E866-4775-8883-05350D5FFBC2}" dt="2026-05-27T20:00:54.881" v="151"/>
          <ac:spMkLst>
            <pc:docMk/>
            <pc:sldMk cId="1675666732" sldId="256"/>
            <ac:spMk id="17" creationId="{ED887BFA-073E-5DA1-759F-C85B3A0BF9C2}"/>
          </ac:spMkLst>
        </pc:spChg>
        <pc:grpChg chg="mod">
          <ac:chgData name="Zachary Winn" userId="c954d0af965cb312" providerId="LiveId" clId="{30F7F2EC-E866-4775-8883-05350D5FFBC2}" dt="2026-05-27T19:54:54.776" v="150" actId="1038"/>
          <ac:grpSpMkLst>
            <pc:docMk/>
            <pc:sldMk cId="1675666732" sldId="256"/>
            <ac:grpSpMk id="8" creationId="{9B21F7ED-63F1-9DEA-C66F-B337DA98B6A3}"/>
          </ac:grpSpMkLst>
        </pc:grpChg>
        <pc:grpChg chg="mod">
          <ac:chgData name="Zachary Winn" userId="c954d0af965cb312" providerId="LiveId" clId="{30F7F2EC-E866-4775-8883-05350D5FFBC2}" dt="2026-05-27T19:54:54.776" v="150" actId="1038"/>
          <ac:grpSpMkLst>
            <pc:docMk/>
            <pc:sldMk cId="1675666732" sldId="256"/>
            <ac:grpSpMk id="16" creationId="{2D980777-3CEF-7C98-20CB-4928BA00A653}"/>
          </ac:grpSpMkLst>
        </pc:grpChg>
        <pc:grpChg chg="mod">
          <ac:chgData name="Zachary Winn" userId="c954d0af965cb312" providerId="LiveId" clId="{30F7F2EC-E866-4775-8883-05350D5FFBC2}" dt="2026-05-27T19:54:54.776" v="150" actId="1038"/>
          <ac:grpSpMkLst>
            <pc:docMk/>
            <pc:sldMk cId="1675666732" sldId="256"/>
            <ac:grpSpMk id="21" creationId="{A6C7B4A3-0CE6-32B9-CBAE-F014A86BDB28}"/>
          </ac:grpSpMkLst>
        </pc:grpChg>
        <pc:picChg chg="mod">
          <ac:chgData name="Zachary Winn" userId="c954d0af965cb312" providerId="LiveId" clId="{30F7F2EC-E866-4775-8883-05350D5FFBC2}" dt="2026-05-27T20:00:54.881" v="151"/>
          <ac:picMkLst>
            <pc:docMk/>
            <pc:sldMk cId="1675666732" sldId="256"/>
            <ac:picMk id="2" creationId="{0D846F1A-D0A7-B152-36E4-2A283623F8FD}"/>
          </ac:picMkLst>
        </pc:picChg>
        <pc:picChg chg="mod ord">
          <ac:chgData name="Zachary Winn" userId="c954d0af965cb312" providerId="LiveId" clId="{30F7F2EC-E866-4775-8883-05350D5FFBC2}" dt="2026-05-27T20:00:54.881" v="151"/>
          <ac:picMkLst>
            <pc:docMk/>
            <pc:sldMk cId="1675666732" sldId="256"/>
            <ac:picMk id="5" creationId="{CE97E638-AD0C-7398-81C3-83C89ED99DCE}"/>
          </ac:picMkLst>
        </pc:picChg>
        <pc:picChg chg="mod">
          <ac:chgData name="Zachary Winn" userId="c954d0af965cb312" providerId="LiveId" clId="{30F7F2EC-E866-4775-8883-05350D5FFBC2}" dt="2026-05-27T20:00:54.881" v="151"/>
          <ac:picMkLst>
            <pc:docMk/>
            <pc:sldMk cId="1675666732" sldId="256"/>
            <ac:picMk id="6" creationId="{CF008750-E5B2-656C-E872-70C106D8F7FA}"/>
          </ac:picMkLst>
        </pc:picChg>
        <pc:picChg chg="mod">
          <ac:chgData name="Zachary Winn" userId="c954d0af965cb312" providerId="LiveId" clId="{30F7F2EC-E866-4775-8883-05350D5FFBC2}" dt="2026-05-27T20:00:54.881" v="151"/>
          <ac:picMkLst>
            <pc:docMk/>
            <pc:sldMk cId="1675666732" sldId="256"/>
            <ac:picMk id="7" creationId="{D6582BD9-79D8-392A-8707-25D42FEB03D5}"/>
          </ac:picMkLst>
        </pc:picChg>
        <pc:picChg chg="mod ord">
          <ac:chgData name="Zachary Winn" userId="c954d0af965cb312" providerId="LiveId" clId="{30F7F2EC-E866-4775-8883-05350D5FFBC2}" dt="2026-05-27T20:00:54.881" v="151"/>
          <ac:picMkLst>
            <pc:docMk/>
            <pc:sldMk cId="1675666732" sldId="256"/>
            <ac:picMk id="14" creationId="{B9A720E1-CA92-2CF3-DC0C-10A5568E4EB5}"/>
          </ac:picMkLst>
        </pc:picChg>
        <pc:picChg chg="mod">
          <ac:chgData name="Zachary Winn" userId="c954d0af965cb312" providerId="LiveId" clId="{30F7F2EC-E866-4775-8883-05350D5FFBC2}" dt="2026-05-27T20:00:54.881" v="151"/>
          <ac:picMkLst>
            <pc:docMk/>
            <pc:sldMk cId="1675666732" sldId="256"/>
            <ac:picMk id="15" creationId="{417302B9-C011-9931-25A1-F408C9B1B60A}"/>
          </ac:picMkLst>
        </pc:picChg>
        <pc:picChg chg="mod">
          <ac:chgData name="Zachary Winn" userId="c954d0af965cb312" providerId="LiveId" clId="{30F7F2EC-E866-4775-8883-05350D5FFBC2}" dt="2026-05-27T20:00:54.881" v="151"/>
          <ac:picMkLst>
            <pc:docMk/>
            <pc:sldMk cId="1675666732" sldId="256"/>
            <ac:picMk id="19" creationId="{DA4A5FA0-3C18-8ABB-C9E7-8F5D18A1B0C2}"/>
          </ac:picMkLst>
        </pc:picChg>
        <pc:picChg chg="mod">
          <ac:chgData name="Zachary Winn" userId="c954d0af965cb312" providerId="LiveId" clId="{30F7F2EC-E866-4775-8883-05350D5FFBC2}" dt="2026-05-27T19:44:58.505" v="1"/>
          <ac:picMkLst>
            <pc:docMk/>
            <pc:sldMk cId="1675666732" sldId="256"/>
            <ac:picMk id="20" creationId="{1FDC17A8-59DE-D6E8-88EA-64EF700E2162}"/>
          </ac:picMkLst>
        </pc:picChg>
      </pc:sldChg>
      <pc:sldChg chg="del">
        <pc:chgData name="Zachary Winn" userId="c954d0af965cb312" providerId="LiveId" clId="{30F7F2EC-E866-4775-8883-05350D5FFBC2}" dt="2026-05-27T19:44:40.123" v="0" actId="47"/>
        <pc:sldMkLst>
          <pc:docMk/>
          <pc:sldMk cId="123841956" sldId="257"/>
        </pc:sldMkLst>
      </pc:sldChg>
      <pc:sldMasterChg chg="modSp modSldLayout">
        <pc:chgData name="Zachary Winn" userId="c954d0af965cb312" providerId="LiveId" clId="{30F7F2EC-E866-4775-8883-05350D5FFBC2}" dt="2026-05-27T19:44:58.505" v="1"/>
        <pc:sldMasterMkLst>
          <pc:docMk/>
          <pc:sldMasterMk cId="980002967" sldId="2147483660"/>
        </pc:sldMasterMkLst>
        <pc:spChg chg="mod">
          <ac:chgData name="Zachary Winn" userId="c954d0af965cb312" providerId="LiveId" clId="{30F7F2EC-E866-4775-8883-05350D5FFBC2}" dt="2026-05-27T19:44:58.505" v="1"/>
          <ac:spMkLst>
            <pc:docMk/>
            <pc:sldMasterMk cId="980002967" sldId="2147483660"/>
            <ac:spMk id="2" creationId="{00000000-0000-0000-0000-000000000000}"/>
          </ac:spMkLst>
        </pc:spChg>
        <pc:spChg chg="mod">
          <ac:chgData name="Zachary Winn" userId="c954d0af965cb312" providerId="LiveId" clId="{30F7F2EC-E866-4775-8883-05350D5FFBC2}" dt="2026-05-27T19:44:58.505" v="1"/>
          <ac:spMkLst>
            <pc:docMk/>
            <pc:sldMasterMk cId="980002967" sldId="2147483660"/>
            <ac:spMk id="3" creationId="{00000000-0000-0000-0000-000000000000}"/>
          </ac:spMkLst>
        </pc:spChg>
        <pc:spChg chg="mod">
          <ac:chgData name="Zachary Winn" userId="c954d0af965cb312" providerId="LiveId" clId="{30F7F2EC-E866-4775-8883-05350D5FFBC2}" dt="2026-05-27T19:44:58.505" v="1"/>
          <ac:spMkLst>
            <pc:docMk/>
            <pc:sldMasterMk cId="980002967" sldId="2147483660"/>
            <ac:spMk id="4" creationId="{00000000-0000-0000-0000-000000000000}"/>
          </ac:spMkLst>
        </pc:spChg>
        <pc:spChg chg="mod">
          <ac:chgData name="Zachary Winn" userId="c954d0af965cb312" providerId="LiveId" clId="{30F7F2EC-E866-4775-8883-05350D5FFBC2}" dt="2026-05-27T19:44:58.505" v="1"/>
          <ac:spMkLst>
            <pc:docMk/>
            <pc:sldMasterMk cId="980002967" sldId="2147483660"/>
            <ac:spMk id="5" creationId="{00000000-0000-0000-0000-000000000000}"/>
          </ac:spMkLst>
        </pc:spChg>
        <pc:spChg chg="mod">
          <ac:chgData name="Zachary Winn" userId="c954d0af965cb312" providerId="LiveId" clId="{30F7F2EC-E866-4775-8883-05350D5FFBC2}" dt="2026-05-27T19:44:58.505" v="1"/>
          <ac:spMkLst>
            <pc:docMk/>
            <pc:sldMasterMk cId="980002967" sldId="2147483660"/>
            <ac:spMk id="6" creationId="{00000000-0000-0000-0000-000000000000}"/>
          </ac:spMkLst>
        </pc:spChg>
        <pc:sldLayoutChg chg="modSp">
          <pc:chgData name="Zachary Winn" userId="c954d0af965cb312" providerId="LiveId" clId="{30F7F2EC-E866-4775-8883-05350D5FFBC2}" dt="2026-05-27T19:44:58.505" v="1"/>
          <pc:sldLayoutMkLst>
            <pc:docMk/>
            <pc:sldMasterMk cId="980002967" sldId="2147483660"/>
            <pc:sldLayoutMk cId="3398688849" sldId="2147483661"/>
          </pc:sldLayoutMkLst>
          <pc:spChg chg="mod">
            <ac:chgData name="Zachary Winn" userId="c954d0af965cb312" providerId="LiveId" clId="{30F7F2EC-E866-4775-8883-05350D5FFBC2}" dt="2026-05-27T19:44:58.505" v="1"/>
            <ac:spMkLst>
              <pc:docMk/>
              <pc:sldMasterMk cId="980002967" sldId="2147483660"/>
              <pc:sldLayoutMk cId="3398688849" sldId="2147483661"/>
              <ac:spMk id="2" creationId="{00000000-0000-0000-0000-000000000000}"/>
            </ac:spMkLst>
          </pc:spChg>
          <pc:spChg chg="mod">
            <ac:chgData name="Zachary Winn" userId="c954d0af965cb312" providerId="LiveId" clId="{30F7F2EC-E866-4775-8883-05350D5FFBC2}" dt="2026-05-27T19:44:58.505" v="1"/>
            <ac:spMkLst>
              <pc:docMk/>
              <pc:sldMasterMk cId="980002967" sldId="2147483660"/>
              <pc:sldLayoutMk cId="3398688849" sldId="2147483661"/>
              <ac:spMk id="3" creationId="{00000000-0000-0000-0000-000000000000}"/>
            </ac:spMkLst>
          </pc:spChg>
        </pc:sldLayoutChg>
        <pc:sldLayoutChg chg="modSp">
          <pc:chgData name="Zachary Winn" userId="c954d0af965cb312" providerId="LiveId" clId="{30F7F2EC-E866-4775-8883-05350D5FFBC2}" dt="2026-05-27T19:44:58.505" v="1"/>
          <pc:sldLayoutMkLst>
            <pc:docMk/>
            <pc:sldMasterMk cId="980002967" sldId="2147483660"/>
            <pc:sldLayoutMk cId="2492501619" sldId="2147483663"/>
          </pc:sldLayoutMkLst>
          <pc:spChg chg="mod">
            <ac:chgData name="Zachary Winn" userId="c954d0af965cb312" providerId="LiveId" clId="{30F7F2EC-E866-4775-8883-05350D5FFBC2}" dt="2026-05-27T19:44:58.505" v="1"/>
            <ac:spMkLst>
              <pc:docMk/>
              <pc:sldMasterMk cId="980002967" sldId="2147483660"/>
              <pc:sldLayoutMk cId="2492501619" sldId="2147483663"/>
              <ac:spMk id="2" creationId="{00000000-0000-0000-0000-000000000000}"/>
            </ac:spMkLst>
          </pc:spChg>
          <pc:spChg chg="mod">
            <ac:chgData name="Zachary Winn" userId="c954d0af965cb312" providerId="LiveId" clId="{30F7F2EC-E866-4775-8883-05350D5FFBC2}" dt="2026-05-27T19:44:58.505" v="1"/>
            <ac:spMkLst>
              <pc:docMk/>
              <pc:sldMasterMk cId="980002967" sldId="2147483660"/>
              <pc:sldLayoutMk cId="2492501619" sldId="2147483663"/>
              <ac:spMk id="3" creationId="{00000000-0000-0000-0000-000000000000}"/>
            </ac:spMkLst>
          </pc:spChg>
        </pc:sldLayoutChg>
        <pc:sldLayoutChg chg="modSp">
          <pc:chgData name="Zachary Winn" userId="c954d0af965cb312" providerId="LiveId" clId="{30F7F2EC-E866-4775-8883-05350D5FFBC2}" dt="2026-05-27T19:44:58.505" v="1"/>
          <pc:sldLayoutMkLst>
            <pc:docMk/>
            <pc:sldMasterMk cId="980002967" sldId="2147483660"/>
            <pc:sldLayoutMk cId="3054560722" sldId="2147483664"/>
          </pc:sldLayoutMkLst>
          <pc:spChg chg="mod">
            <ac:chgData name="Zachary Winn" userId="c954d0af965cb312" providerId="LiveId" clId="{30F7F2EC-E866-4775-8883-05350D5FFBC2}" dt="2026-05-27T19:44:58.505" v="1"/>
            <ac:spMkLst>
              <pc:docMk/>
              <pc:sldMasterMk cId="980002967" sldId="2147483660"/>
              <pc:sldLayoutMk cId="3054560722" sldId="2147483664"/>
              <ac:spMk id="3" creationId="{00000000-0000-0000-0000-000000000000}"/>
            </ac:spMkLst>
          </pc:spChg>
          <pc:spChg chg="mod">
            <ac:chgData name="Zachary Winn" userId="c954d0af965cb312" providerId="LiveId" clId="{30F7F2EC-E866-4775-8883-05350D5FFBC2}" dt="2026-05-27T19:44:58.505" v="1"/>
            <ac:spMkLst>
              <pc:docMk/>
              <pc:sldMasterMk cId="980002967" sldId="2147483660"/>
              <pc:sldLayoutMk cId="3054560722" sldId="2147483664"/>
              <ac:spMk id="4" creationId="{00000000-0000-0000-0000-000000000000}"/>
            </ac:spMkLst>
          </pc:spChg>
        </pc:sldLayoutChg>
        <pc:sldLayoutChg chg="modSp">
          <pc:chgData name="Zachary Winn" userId="c954d0af965cb312" providerId="LiveId" clId="{30F7F2EC-E866-4775-8883-05350D5FFBC2}" dt="2026-05-27T19:44:58.505" v="1"/>
          <pc:sldLayoutMkLst>
            <pc:docMk/>
            <pc:sldMasterMk cId="980002967" sldId="2147483660"/>
            <pc:sldLayoutMk cId="3171186535" sldId="2147483665"/>
          </pc:sldLayoutMkLst>
          <pc:spChg chg="mod">
            <ac:chgData name="Zachary Winn" userId="c954d0af965cb312" providerId="LiveId" clId="{30F7F2EC-E866-4775-8883-05350D5FFBC2}" dt="2026-05-27T19:44:58.505" v="1"/>
            <ac:spMkLst>
              <pc:docMk/>
              <pc:sldMasterMk cId="980002967" sldId="2147483660"/>
              <pc:sldLayoutMk cId="3171186535" sldId="2147483665"/>
              <ac:spMk id="2" creationId="{00000000-0000-0000-0000-000000000000}"/>
            </ac:spMkLst>
          </pc:spChg>
          <pc:spChg chg="mod">
            <ac:chgData name="Zachary Winn" userId="c954d0af965cb312" providerId="LiveId" clId="{30F7F2EC-E866-4775-8883-05350D5FFBC2}" dt="2026-05-27T19:44:58.505" v="1"/>
            <ac:spMkLst>
              <pc:docMk/>
              <pc:sldMasterMk cId="980002967" sldId="2147483660"/>
              <pc:sldLayoutMk cId="3171186535" sldId="2147483665"/>
              <ac:spMk id="3" creationId="{00000000-0000-0000-0000-000000000000}"/>
            </ac:spMkLst>
          </pc:spChg>
          <pc:spChg chg="mod">
            <ac:chgData name="Zachary Winn" userId="c954d0af965cb312" providerId="LiveId" clId="{30F7F2EC-E866-4775-8883-05350D5FFBC2}" dt="2026-05-27T19:44:58.505" v="1"/>
            <ac:spMkLst>
              <pc:docMk/>
              <pc:sldMasterMk cId="980002967" sldId="2147483660"/>
              <pc:sldLayoutMk cId="3171186535" sldId="2147483665"/>
              <ac:spMk id="4" creationId="{00000000-0000-0000-0000-000000000000}"/>
            </ac:spMkLst>
          </pc:spChg>
          <pc:spChg chg="mod">
            <ac:chgData name="Zachary Winn" userId="c954d0af965cb312" providerId="LiveId" clId="{30F7F2EC-E866-4775-8883-05350D5FFBC2}" dt="2026-05-27T19:44:58.505" v="1"/>
            <ac:spMkLst>
              <pc:docMk/>
              <pc:sldMasterMk cId="980002967" sldId="2147483660"/>
              <pc:sldLayoutMk cId="3171186535" sldId="2147483665"/>
              <ac:spMk id="5" creationId="{00000000-0000-0000-0000-000000000000}"/>
            </ac:spMkLst>
          </pc:spChg>
          <pc:spChg chg="mod">
            <ac:chgData name="Zachary Winn" userId="c954d0af965cb312" providerId="LiveId" clId="{30F7F2EC-E866-4775-8883-05350D5FFBC2}" dt="2026-05-27T19:44:58.505" v="1"/>
            <ac:spMkLst>
              <pc:docMk/>
              <pc:sldMasterMk cId="980002967" sldId="2147483660"/>
              <pc:sldLayoutMk cId="3171186535" sldId="2147483665"/>
              <ac:spMk id="6" creationId="{00000000-0000-0000-0000-000000000000}"/>
            </ac:spMkLst>
          </pc:spChg>
        </pc:sldLayoutChg>
        <pc:sldLayoutChg chg="modSp">
          <pc:chgData name="Zachary Winn" userId="c954d0af965cb312" providerId="LiveId" clId="{30F7F2EC-E866-4775-8883-05350D5FFBC2}" dt="2026-05-27T19:44:58.505" v="1"/>
          <pc:sldLayoutMkLst>
            <pc:docMk/>
            <pc:sldMasterMk cId="980002967" sldId="2147483660"/>
            <pc:sldLayoutMk cId="1722140606" sldId="2147483668"/>
          </pc:sldLayoutMkLst>
          <pc:spChg chg="mod">
            <ac:chgData name="Zachary Winn" userId="c954d0af965cb312" providerId="LiveId" clId="{30F7F2EC-E866-4775-8883-05350D5FFBC2}" dt="2026-05-27T19:44:58.505" v="1"/>
            <ac:spMkLst>
              <pc:docMk/>
              <pc:sldMasterMk cId="980002967" sldId="2147483660"/>
              <pc:sldLayoutMk cId="1722140606" sldId="2147483668"/>
              <ac:spMk id="2" creationId="{00000000-0000-0000-0000-000000000000}"/>
            </ac:spMkLst>
          </pc:spChg>
          <pc:spChg chg="mod">
            <ac:chgData name="Zachary Winn" userId="c954d0af965cb312" providerId="LiveId" clId="{30F7F2EC-E866-4775-8883-05350D5FFBC2}" dt="2026-05-27T19:44:58.505" v="1"/>
            <ac:spMkLst>
              <pc:docMk/>
              <pc:sldMasterMk cId="980002967" sldId="2147483660"/>
              <pc:sldLayoutMk cId="1722140606" sldId="2147483668"/>
              <ac:spMk id="3" creationId="{00000000-0000-0000-0000-000000000000}"/>
            </ac:spMkLst>
          </pc:spChg>
          <pc:spChg chg="mod">
            <ac:chgData name="Zachary Winn" userId="c954d0af965cb312" providerId="LiveId" clId="{30F7F2EC-E866-4775-8883-05350D5FFBC2}" dt="2026-05-27T19:44:58.505" v="1"/>
            <ac:spMkLst>
              <pc:docMk/>
              <pc:sldMasterMk cId="980002967" sldId="2147483660"/>
              <pc:sldLayoutMk cId="1722140606" sldId="2147483668"/>
              <ac:spMk id="4" creationId="{00000000-0000-0000-0000-000000000000}"/>
            </ac:spMkLst>
          </pc:spChg>
        </pc:sldLayoutChg>
        <pc:sldLayoutChg chg="modSp">
          <pc:chgData name="Zachary Winn" userId="c954d0af965cb312" providerId="LiveId" clId="{30F7F2EC-E866-4775-8883-05350D5FFBC2}" dt="2026-05-27T19:44:58.505" v="1"/>
          <pc:sldLayoutMkLst>
            <pc:docMk/>
            <pc:sldMasterMk cId="980002967" sldId="2147483660"/>
            <pc:sldLayoutMk cId="3685991970" sldId="2147483669"/>
          </pc:sldLayoutMkLst>
          <pc:spChg chg="mod">
            <ac:chgData name="Zachary Winn" userId="c954d0af965cb312" providerId="LiveId" clId="{30F7F2EC-E866-4775-8883-05350D5FFBC2}" dt="2026-05-27T19:44:58.505" v="1"/>
            <ac:spMkLst>
              <pc:docMk/>
              <pc:sldMasterMk cId="980002967" sldId="2147483660"/>
              <pc:sldLayoutMk cId="3685991970" sldId="2147483669"/>
              <ac:spMk id="2" creationId="{00000000-0000-0000-0000-000000000000}"/>
            </ac:spMkLst>
          </pc:spChg>
          <pc:spChg chg="mod">
            <ac:chgData name="Zachary Winn" userId="c954d0af965cb312" providerId="LiveId" clId="{30F7F2EC-E866-4775-8883-05350D5FFBC2}" dt="2026-05-27T19:44:58.505" v="1"/>
            <ac:spMkLst>
              <pc:docMk/>
              <pc:sldMasterMk cId="980002967" sldId="2147483660"/>
              <pc:sldLayoutMk cId="3685991970" sldId="2147483669"/>
              <ac:spMk id="3" creationId="{00000000-0000-0000-0000-000000000000}"/>
            </ac:spMkLst>
          </pc:spChg>
          <pc:spChg chg="mod">
            <ac:chgData name="Zachary Winn" userId="c954d0af965cb312" providerId="LiveId" clId="{30F7F2EC-E866-4775-8883-05350D5FFBC2}" dt="2026-05-27T19:44:58.505" v="1"/>
            <ac:spMkLst>
              <pc:docMk/>
              <pc:sldMasterMk cId="980002967" sldId="2147483660"/>
              <pc:sldLayoutMk cId="3685991970" sldId="2147483669"/>
              <ac:spMk id="4" creationId="{00000000-0000-0000-0000-000000000000}"/>
            </ac:spMkLst>
          </pc:spChg>
        </pc:sldLayoutChg>
        <pc:sldLayoutChg chg="modSp">
          <pc:chgData name="Zachary Winn" userId="c954d0af965cb312" providerId="LiveId" clId="{30F7F2EC-E866-4775-8883-05350D5FFBC2}" dt="2026-05-27T19:44:58.505" v="1"/>
          <pc:sldLayoutMkLst>
            <pc:docMk/>
            <pc:sldMasterMk cId="980002967" sldId="2147483660"/>
            <pc:sldLayoutMk cId="1370162009" sldId="2147483671"/>
          </pc:sldLayoutMkLst>
          <pc:spChg chg="mod">
            <ac:chgData name="Zachary Winn" userId="c954d0af965cb312" providerId="LiveId" clId="{30F7F2EC-E866-4775-8883-05350D5FFBC2}" dt="2026-05-27T19:44:58.505" v="1"/>
            <ac:spMkLst>
              <pc:docMk/>
              <pc:sldMasterMk cId="980002967" sldId="2147483660"/>
              <pc:sldLayoutMk cId="1370162009" sldId="2147483671"/>
              <ac:spMk id="2" creationId="{00000000-0000-0000-0000-000000000000}"/>
            </ac:spMkLst>
          </pc:spChg>
          <pc:spChg chg="mod">
            <ac:chgData name="Zachary Winn" userId="c954d0af965cb312" providerId="LiveId" clId="{30F7F2EC-E866-4775-8883-05350D5FFBC2}" dt="2026-05-27T19:44:58.505" v="1"/>
            <ac:spMkLst>
              <pc:docMk/>
              <pc:sldMasterMk cId="980002967" sldId="2147483660"/>
              <pc:sldLayoutMk cId="1370162009" sldId="2147483671"/>
              <ac:spMk id="3" creationId="{00000000-0000-0000-0000-000000000000}"/>
            </ac:spMkLst>
          </pc:spChg>
        </pc:sldLayoutChg>
      </pc:sldMasterChg>
      <pc:sldMasterChg chg="modSp modSldLayout">
        <pc:chgData name="Zachary Winn" userId="c954d0af965cb312" providerId="LiveId" clId="{30F7F2EC-E866-4775-8883-05350D5FFBC2}" dt="2026-05-27T20:00:54.881" v="151"/>
        <pc:sldMasterMkLst>
          <pc:docMk/>
          <pc:sldMasterMk cId="3254871168" sldId="2147483672"/>
        </pc:sldMasterMkLst>
        <pc:spChg chg="mod">
          <ac:chgData name="Zachary Winn" userId="c954d0af965cb312" providerId="LiveId" clId="{30F7F2EC-E866-4775-8883-05350D5FFBC2}" dt="2026-05-27T20:00:54.881" v="151"/>
          <ac:spMkLst>
            <pc:docMk/>
            <pc:sldMasterMk cId="3254871168" sldId="2147483672"/>
            <ac:spMk id="2" creationId="{00000000-0000-0000-0000-000000000000}"/>
          </ac:spMkLst>
        </pc:spChg>
        <pc:spChg chg="mod">
          <ac:chgData name="Zachary Winn" userId="c954d0af965cb312" providerId="LiveId" clId="{30F7F2EC-E866-4775-8883-05350D5FFBC2}" dt="2026-05-27T20:00:54.881" v="151"/>
          <ac:spMkLst>
            <pc:docMk/>
            <pc:sldMasterMk cId="3254871168" sldId="2147483672"/>
            <ac:spMk id="3" creationId="{00000000-0000-0000-0000-000000000000}"/>
          </ac:spMkLst>
        </pc:spChg>
        <pc:spChg chg="mod">
          <ac:chgData name="Zachary Winn" userId="c954d0af965cb312" providerId="LiveId" clId="{30F7F2EC-E866-4775-8883-05350D5FFBC2}" dt="2026-05-27T20:00:54.881" v="151"/>
          <ac:spMkLst>
            <pc:docMk/>
            <pc:sldMasterMk cId="3254871168" sldId="2147483672"/>
            <ac:spMk id="4" creationId="{00000000-0000-0000-0000-000000000000}"/>
          </ac:spMkLst>
        </pc:spChg>
        <pc:spChg chg="mod">
          <ac:chgData name="Zachary Winn" userId="c954d0af965cb312" providerId="LiveId" clId="{30F7F2EC-E866-4775-8883-05350D5FFBC2}" dt="2026-05-27T20:00:54.881" v="151"/>
          <ac:spMkLst>
            <pc:docMk/>
            <pc:sldMasterMk cId="3254871168" sldId="2147483672"/>
            <ac:spMk id="5" creationId="{00000000-0000-0000-0000-000000000000}"/>
          </ac:spMkLst>
        </pc:spChg>
        <pc:spChg chg="mod">
          <ac:chgData name="Zachary Winn" userId="c954d0af965cb312" providerId="LiveId" clId="{30F7F2EC-E866-4775-8883-05350D5FFBC2}" dt="2026-05-27T20:00:54.881" v="151"/>
          <ac:spMkLst>
            <pc:docMk/>
            <pc:sldMasterMk cId="3254871168" sldId="2147483672"/>
            <ac:spMk id="6" creationId="{00000000-0000-0000-0000-000000000000}"/>
          </ac:spMkLst>
        </pc:spChg>
        <pc:sldLayoutChg chg="modSp">
          <pc:chgData name="Zachary Winn" userId="c954d0af965cb312" providerId="LiveId" clId="{30F7F2EC-E866-4775-8883-05350D5FFBC2}" dt="2026-05-27T20:00:54.881" v="151"/>
          <pc:sldLayoutMkLst>
            <pc:docMk/>
            <pc:sldMasterMk cId="3254871168" sldId="2147483672"/>
            <pc:sldLayoutMk cId="1085132020" sldId="2147483673"/>
          </pc:sldLayoutMkLst>
          <pc:spChg chg="mod">
            <ac:chgData name="Zachary Winn" userId="c954d0af965cb312" providerId="LiveId" clId="{30F7F2EC-E866-4775-8883-05350D5FFBC2}" dt="2026-05-27T20:00:54.881" v="151"/>
            <ac:spMkLst>
              <pc:docMk/>
              <pc:sldMasterMk cId="3254871168" sldId="2147483672"/>
              <pc:sldLayoutMk cId="1085132020" sldId="2147483673"/>
              <ac:spMk id="2" creationId="{00000000-0000-0000-0000-000000000000}"/>
            </ac:spMkLst>
          </pc:spChg>
          <pc:spChg chg="mod">
            <ac:chgData name="Zachary Winn" userId="c954d0af965cb312" providerId="LiveId" clId="{30F7F2EC-E866-4775-8883-05350D5FFBC2}" dt="2026-05-27T20:00:54.881" v="151"/>
            <ac:spMkLst>
              <pc:docMk/>
              <pc:sldMasterMk cId="3254871168" sldId="2147483672"/>
              <pc:sldLayoutMk cId="1085132020" sldId="2147483673"/>
              <ac:spMk id="3" creationId="{00000000-0000-0000-0000-000000000000}"/>
            </ac:spMkLst>
          </pc:spChg>
        </pc:sldLayoutChg>
        <pc:sldLayoutChg chg="modSp">
          <pc:chgData name="Zachary Winn" userId="c954d0af965cb312" providerId="LiveId" clId="{30F7F2EC-E866-4775-8883-05350D5FFBC2}" dt="2026-05-27T20:00:54.881" v="151"/>
          <pc:sldLayoutMkLst>
            <pc:docMk/>
            <pc:sldMasterMk cId="3254871168" sldId="2147483672"/>
            <pc:sldLayoutMk cId="1443146383" sldId="2147483675"/>
          </pc:sldLayoutMkLst>
          <pc:spChg chg="mod">
            <ac:chgData name="Zachary Winn" userId="c954d0af965cb312" providerId="LiveId" clId="{30F7F2EC-E866-4775-8883-05350D5FFBC2}" dt="2026-05-27T20:00:54.881" v="151"/>
            <ac:spMkLst>
              <pc:docMk/>
              <pc:sldMasterMk cId="3254871168" sldId="2147483672"/>
              <pc:sldLayoutMk cId="1443146383" sldId="2147483675"/>
              <ac:spMk id="2" creationId="{00000000-0000-0000-0000-000000000000}"/>
            </ac:spMkLst>
          </pc:spChg>
          <pc:spChg chg="mod">
            <ac:chgData name="Zachary Winn" userId="c954d0af965cb312" providerId="LiveId" clId="{30F7F2EC-E866-4775-8883-05350D5FFBC2}" dt="2026-05-27T20:00:54.881" v="151"/>
            <ac:spMkLst>
              <pc:docMk/>
              <pc:sldMasterMk cId="3254871168" sldId="2147483672"/>
              <pc:sldLayoutMk cId="1443146383" sldId="2147483675"/>
              <ac:spMk id="3" creationId="{00000000-0000-0000-0000-000000000000}"/>
            </ac:spMkLst>
          </pc:spChg>
        </pc:sldLayoutChg>
        <pc:sldLayoutChg chg="modSp">
          <pc:chgData name="Zachary Winn" userId="c954d0af965cb312" providerId="LiveId" clId="{30F7F2EC-E866-4775-8883-05350D5FFBC2}" dt="2026-05-27T20:00:54.881" v="151"/>
          <pc:sldLayoutMkLst>
            <pc:docMk/>
            <pc:sldMasterMk cId="3254871168" sldId="2147483672"/>
            <pc:sldLayoutMk cId="3269856421" sldId="2147483676"/>
          </pc:sldLayoutMkLst>
          <pc:spChg chg="mod">
            <ac:chgData name="Zachary Winn" userId="c954d0af965cb312" providerId="LiveId" clId="{30F7F2EC-E866-4775-8883-05350D5FFBC2}" dt="2026-05-27T20:00:54.881" v="151"/>
            <ac:spMkLst>
              <pc:docMk/>
              <pc:sldMasterMk cId="3254871168" sldId="2147483672"/>
              <pc:sldLayoutMk cId="3269856421" sldId="2147483676"/>
              <ac:spMk id="3" creationId="{00000000-0000-0000-0000-000000000000}"/>
            </ac:spMkLst>
          </pc:spChg>
          <pc:spChg chg="mod">
            <ac:chgData name="Zachary Winn" userId="c954d0af965cb312" providerId="LiveId" clId="{30F7F2EC-E866-4775-8883-05350D5FFBC2}" dt="2026-05-27T20:00:54.881" v="151"/>
            <ac:spMkLst>
              <pc:docMk/>
              <pc:sldMasterMk cId="3254871168" sldId="2147483672"/>
              <pc:sldLayoutMk cId="3269856421" sldId="2147483676"/>
              <ac:spMk id="4" creationId="{00000000-0000-0000-0000-000000000000}"/>
            </ac:spMkLst>
          </pc:spChg>
        </pc:sldLayoutChg>
        <pc:sldLayoutChg chg="modSp">
          <pc:chgData name="Zachary Winn" userId="c954d0af965cb312" providerId="LiveId" clId="{30F7F2EC-E866-4775-8883-05350D5FFBC2}" dt="2026-05-27T20:00:54.881" v="151"/>
          <pc:sldLayoutMkLst>
            <pc:docMk/>
            <pc:sldMasterMk cId="3254871168" sldId="2147483672"/>
            <pc:sldLayoutMk cId="2739165963" sldId="2147483677"/>
          </pc:sldLayoutMkLst>
          <pc:spChg chg="mod">
            <ac:chgData name="Zachary Winn" userId="c954d0af965cb312" providerId="LiveId" clId="{30F7F2EC-E866-4775-8883-05350D5FFBC2}" dt="2026-05-27T20:00:54.881" v="151"/>
            <ac:spMkLst>
              <pc:docMk/>
              <pc:sldMasterMk cId="3254871168" sldId="2147483672"/>
              <pc:sldLayoutMk cId="2739165963" sldId="2147483677"/>
              <ac:spMk id="2" creationId="{00000000-0000-0000-0000-000000000000}"/>
            </ac:spMkLst>
          </pc:spChg>
          <pc:spChg chg="mod">
            <ac:chgData name="Zachary Winn" userId="c954d0af965cb312" providerId="LiveId" clId="{30F7F2EC-E866-4775-8883-05350D5FFBC2}" dt="2026-05-27T20:00:54.881" v="151"/>
            <ac:spMkLst>
              <pc:docMk/>
              <pc:sldMasterMk cId="3254871168" sldId="2147483672"/>
              <pc:sldLayoutMk cId="2739165963" sldId="2147483677"/>
              <ac:spMk id="3" creationId="{00000000-0000-0000-0000-000000000000}"/>
            </ac:spMkLst>
          </pc:spChg>
          <pc:spChg chg="mod">
            <ac:chgData name="Zachary Winn" userId="c954d0af965cb312" providerId="LiveId" clId="{30F7F2EC-E866-4775-8883-05350D5FFBC2}" dt="2026-05-27T20:00:54.881" v="151"/>
            <ac:spMkLst>
              <pc:docMk/>
              <pc:sldMasterMk cId="3254871168" sldId="2147483672"/>
              <pc:sldLayoutMk cId="2739165963" sldId="2147483677"/>
              <ac:spMk id="4" creationId="{00000000-0000-0000-0000-000000000000}"/>
            </ac:spMkLst>
          </pc:spChg>
          <pc:spChg chg="mod">
            <ac:chgData name="Zachary Winn" userId="c954d0af965cb312" providerId="LiveId" clId="{30F7F2EC-E866-4775-8883-05350D5FFBC2}" dt="2026-05-27T20:00:54.881" v="151"/>
            <ac:spMkLst>
              <pc:docMk/>
              <pc:sldMasterMk cId="3254871168" sldId="2147483672"/>
              <pc:sldLayoutMk cId="2739165963" sldId="2147483677"/>
              <ac:spMk id="5" creationId="{00000000-0000-0000-0000-000000000000}"/>
            </ac:spMkLst>
          </pc:spChg>
          <pc:spChg chg="mod">
            <ac:chgData name="Zachary Winn" userId="c954d0af965cb312" providerId="LiveId" clId="{30F7F2EC-E866-4775-8883-05350D5FFBC2}" dt="2026-05-27T20:00:54.881" v="151"/>
            <ac:spMkLst>
              <pc:docMk/>
              <pc:sldMasterMk cId="3254871168" sldId="2147483672"/>
              <pc:sldLayoutMk cId="2739165963" sldId="2147483677"/>
              <ac:spMk id="6" creationId="{00000000-0000-0000-0000-000000000000}"/>
            </ac:spMkLst>
          </pc:spChg>
        </pc:sldLayoutChg>
        <pc:sldLayoutChg chg="modSp">
          <pc:chgData name="Zachary Winn" userId="c954d0af965cb312" providerId="LiveId" clId="{30F7F2EC-E866-4775-8883-05350D5FFBC2}" dt="2026-05-27T20:00:54.881" v="151"/>
          <pc:sldLayoutMkLst>
            <pc:docMk/>
            <pc:sldMasterMk cId="3254871168" sldId="2147483672"/>
            <pc:sldLayoutMk cId="1679828657" sldId="2147483680"/>
          </pc:sldLayoutMkLst>
          <pc:spChg chg="mod">
            <ac:chgData name="Zachary Winn" userId="c954d0af965cb312" providerId="LiveId" clId="{30F7F2EC-E866-4775-8883-05350D5FFBC2}" dt="2026-05-27T20:00:54.881" v="151"/>
            <ac:spMkLst>
              <pc:docMk/>
              <pc:sldMasterMk cId="3254871168" sldId="2147483672"/>
              <pc:sldLayoutMk cId="1679828657" sldId="2147483680"/>
              <ac:spMk id="2" creationId="{00000000-0000-0000-0000-000000000000}"/>
            </ac:spMkLst>
          </pc:spChg>
          <pc:spChg chg="mod">
            <ac:chgData name="Zachary Winn" userId="c954d0af965cb312" providerId="LiveId" clId="{30F7F2EC-E866-4775-8883-05350D5FFBC2}" dt="2026-05-27T20:00:54.881" v="151"/>
            <ac:spMkLst>
              <pc:docMk/>
              <pc:sldMasterMk cId="3254871168" sldId="2147483672"/>
              <pc:sldLayoutMk cId="1679828657" sldId="2147483680"/>
              <ac:spMk id="3" creationId="{00000000-0000-0000-0000-000000000000}"/>
            </ac:spMkLst>
          </pc:spChg>
          <pc:spChg chg="mod">
            <ac:chgData name="Zachary Winn" userId="c954d0af965cb312" providerId="LiveId" clId="{30F7F2EC-E866-4775-8883-05350D5FFBC2}" dt="2026-05-27T20:00:54.881" v="151"/>
            <ac:spMkLst>
              <pc:docMk/>
              <pc:sldMasterMk cId="3254871168" sldId="2147483672"/>
              <pc:sldLayoutMk cId="1679828657" sldId="2147483680"/>
              <ac:spMk id="4" creationId="{00000000-0000-0000-0000-000000000000}"/>
            </ac:spMkLst>
          </pc:spChg>
        </pc:sldLayoutChg>
        <pc:sldLayoutChg chg="modSp">
          <pc:chgData name="Zachary Winn" userId="c954d0af965cb312" providerId="LiveId" clId="{30F7F2EC-E866-4775-8883-05350D5FFBC2}" dt="2026-05-27T20:00:54.881" v="151"/>
          <pc:sldLayoutMkLst>
            <pc:docMk/>
            <pc:sldMasterMk cId="3254871168" sldId="2147483672"/>
            <pc:sldLayoutMk cId="4178822655" sldId="2147483681"/>
          </pc:sldLayoutMkLst>
          <pc:spChg chg="mod">
            <ac:chgData name="Zachary Winn" userId="c954d0af965cb312" providerId="LiveId" clId="{30F7F2EC-E866-4775-8883-05350D5FFBC2}" dt="2026-05-27T20:00:54.881" v="151"/>
            <ac:spMkLst>
              <pc:docMk/>
              <pc:sldMasterMk cId="3254871168" sldId="2147483672"/>
              <pc:sldLayoutMk cId="4178822655" sldId="2147483681"/>
              <ac:spMk id="2" creationId="{00000000-0000-0000-0000-000000000000}"/>
            </ac:spMkLst>
          </pc:spChg>
          <pc:spChg chg="mod">
            <ac:chgData name="Zachary Winn" userId="c954d0af965cb312" providerId="LiveId" clId="{30F7F2EC-E866-4775-8883-05350D5FFBC2}" dt="2026-05-27T20:00:54.881" v="151"/>
            <ac:spMkLst>
              <pc:docMk/>
              <pc:sldMasterMk cId="3254871168" sldId="2147483672"/>
              <pc:sldLayoutMk cId="4178822655" sldId="2147483681"/>
              <ac:spMk id="3" creationId="{00000000-0000-0000-0000-000000000000}"/>
            </ac:spMkLst>
          </pc:spChg>
          <pc:spChg chg="mod">
            <ac:chgData name="Zachary Winn" userId="c954d0af965cb312" providerId="LiveId" clId="{30F7F2EC-E866-4775-8883-05350D5FFBC2}" dt="2026-05-27T20:00:54.881" v="151"/>
            <ac:spMkLst>
              <pc:docMk/>
              <pc:sldMasterMk cId="3254871168" sldId="2147483672"/>
              <pc:sldLayoutMk cId="4178822655" sldId="2147483681"/>
              <ac:spMk id="4" creationId="{00000000-0000-0000-0000-000000000000}"/>
            </ac:spMkLst>
          </pc:spChg>
        </pc:sldLayoutChg>
        <pc:sldLayoutChg chg="modSp">
          <pc:chgData name="Zachary Winn" userId="c954d0af965cb312" providerId="LiveId" clId="{30F7F2EC-E866-4775-8883-05350D5FFBC2}" dt="2026-05-27T20:00:54.881" v="151"/>
          <pc:sldLayoutMkLst>
            <pc:docMk/>
            <pc:sldMasterMk cId="3254871168" sldId="2147483672"/>
            <pc:sldLayoutMk cId="2884363561" sldId="2147483683"/>
          </pc:sldLayoutMkLst>
          <pc:spChg chg="mod">
            <ac:chgData name="Zachary Winn" userId="c954d0af965cb312" providerId="LiveId" clId="{30F7F2EC-E866-4775-8883-05350D5FFBC2}" dt="2026-05-27T20:00:54.881" v="151"/>
            <ac:spMkLst>
              <pc:docMk/>
              <pc:sldMasterMk cId="3254871168" sldId="2147483672"/>
              <pc:sldLayoutMk cId="2884363561" sldId="2147483683"/>
              <ac:spMk id="2" creationId="{00000000-0000-0000-0000-000000000000}"/>
            </ac:spMkLst>
          </pc:spChg>
          <pc:spChg chg="mod">
            <ac:chgData name="Zachary Winn" userId="c954d0af965cb312" providerId="LiveId" clId="{30F7F2EC-E866-4775-8883-05350D5FFBC2}" dt="2026-05-27T20:00:54.881" v="151"/>
            <ac:spMkLst>
              <pc:docMk/>
              <pc:sldMasterMk cId="3254871168" sldId="2147483672"/>
              <pc:sldLayoutMk cId="2884363561" sldId="2147483683"/>
              <ac:spMk id="3" creationId="{00000000-0000-0000-0000-000000000000}"/>
            </ac:spMkLst>
          </pc:spChg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1646133"/>
            <a:ext cx="8549640" cy="3501813"/>
          </a:xfrm>
        </p:spPr>
        <p:txBody>
          <a:bodyPr anchor="b"/>
          <a:lstStyle>
            <a:lvl1pPr algn="ctr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57300" y="5282989"/>
            <a:ext cx="7543800" cy="2428451"/>
          </a:xfrm>
        </p:spPr>
        <p:txBody>
          <a:bodyPr/>
          <a:lstStyle>
            <a:lvl1pPr marL="0" indent="0" algn="ctr">
              <a:buNone/>
              <a:defRPr sz="2640"/>
            </a:lvl1pPr>
            <a:lvl2pPr marL="502920" indent="0" algn="ctr">
              <a:buNone/>
              <a:defRPr sz="2200"/>
            </a:lvl2pPr>
            <a:lvl3pPr marL="1005840" indent="0" algn="ctr">
              <a:buNone/>
              <a:defRPr sz="1980"/>
            </a:lvl3pPr>
            <a:lvl4pPr marL="1508760" indent="0" algn="ctr">
              <a:buNone/>
              <a:defRPr sz="1760"/>
            </a:lvl4pPr>
            <a:lvl5pPr marL="2011680" indent="0" algn="ctr">
              <a:buNone/>
              <a:defRPr sz="1760"/>
            </a:lvl5pPr>
            <a:lvl6pPr marL="2514600" indent="0" algn="ctr">
              <a:buNone/>
              <a:defRPr sz="1760"/>
            </a:lvl6pPr>
            <a:lvl7pPr marL="3017520" indent="0" algn="ctr">
              <a:buNone/>
              <a:defRPr sz="1760"/>
            </a:lvl7pPr>
            <a:lvl8pPr marL="3520440" indent="0" algn="ctr">
              <a:buNone/>
              <a:defRPr sz="1760"/>
            </a:lvl8pPr>
            <a:lvl9pPr marL="4023360" indent="0" algn="ctr">
              <a:buNone/>
              <a:defRPr sz="176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F583B-9FC6-477B-8DB6-19D03DAC7365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0FD6C6-F022-46D2-B22F-59A12C26C4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19531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F583B-9FC6-477B-8DB6-19D03DAC7365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0FD6C6-F022-46D2-B22F-59A12C26C4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2153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6277" y="2507618"/>
            <a:ext cx="8675370" cy="4184014"/>
          </a:xfrm>
        </p:spPr>
        <p:txBody>
          <a:bodyPr anchor="b"/>
          <a:lstStyle>
            <a:lvl1pPr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6277" y="6731215"/>
            <a:ext cx="8675370" cy="2200274"/>
          </a:xfrm>
        </p:spPr>
        <p:txBody>
          <a:bodyPr/>
          <a:lstStyle>
            <a:lvl1pPr marL="0" indent="0">
              <a:buNone/>
              <a:defRPr sz="2640">
                <a:solidFill>
                  <a:schemeClr val="tx1">
                    <a:tint val="82000"/>
                  </a:schemeClr>
                </a:solidFill>
              </a:defRPr>
            </a:lvl1pPr>
            <a:lvl2pPr marL="502920" indent="0">
              <a:buNone/>
              <a:defRPr sz="2200">
                <a:solidFill>
                  <a:schemeClr val="tx1">
                    <a:tint val="82000"/>
                  </a:schemeClr>
                </a:solidFill>
              </a:defRPr>
            </a:lvl2pPr>
            <a:lvl3pPr marL="1005840" indent="0">
              <a:buNone/>
              <a:defRPr sz="1980">
                <a:solidFill>
                  <a:schemeClr val="tx1">
                    <a:tint val="82000"/>
                  </a:schemeClr>
                </a:solidFill>
              </a:defRPr>
            </a:lvl3pPr>
            <a:lvl4pPr marL="1508760" indent="0">
              <a:buNone/>
              <a:defRPr sz="1760">
                <a:solidFill>
                  <a:schemeClr val="tx1">
                    <a:tint val="82000"/>
                  </a:schemeClr>
                </a:solidFill>
              </a:defRPr>
            </a:lvl4pPr>
            <a:lvl5pPr marL="2011680" indent="0">
              <a:buNone/>
              <a:defRPr sz="1760">
                <a:solidFill>
                  <a:schemeClr val="tx1">
                    <a:tint val="82000"/>
                  </a:schemeClr>
                </a:solidFill>
              </a:defRPr>
            </a:lvl5pPr>
            <a:lvl6pPr marL="2514600" indent="0">
              <a:buNone/>
              <a:defRPr sz="1760">
                <a:solidFill>
                  <a:schemeClr val="tx1">
                    <a:tint val="82000"/>
                  </a:schemeClr>
                </a:solidFill>
              </a:defRPr>
            </a:lvl6pPr>
            <a:lvl7pPr marL="3017520" indent="0">
              <a:buNone/>
              <a:defRPr sz="1760">
                <a:solidFill>
                  <a:schemeClr val="tx1">
                    <a:tint val="82000"/>
                  </a:schemeClr>
                </a:solidFill>
              </a:defRPr>
            </a:lvl7pPr>
            <a:lvl8pPr marL="3520440" indent="0">
              <a:buNone/>
              <a:defRPr sz="1760">
                <a:solidFill>
                  <a:schemeClr val="tx1">
                    <a:tint val="82000"/>
                  </a:schemeClr>
                </a:solidFill>
              </a:defRPr>
            </a:lvl8pPr>
            <a:lvl9pPr marL="4023360" indent="0">
              <a:buNone/>
              <a:defRPr sz="176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F583B-9FC6-477B-8DB6-19D03DAC7365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0FD6C6-F022-46D2-B22F-59A12C26C4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74039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91515" y="2677584"/>
            <a:ext cx="4274820" cy="63819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92065" y="2677584"/>
            <a:ext cx="4274820" cy="63819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F583B-9FC6-477B-8DB6-19D03DAC7365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0FD6C6-F022-46D2-B22F-59A12C26C4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99822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825" y="535519"/>
            <a:ext cx="8675370" cy="194415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2826" y="2465706"/>
            <a:ext cx="4255174" cy="1208404"/>
          </a:xfrm>
        </p:spPr>
        <p:txBody>
          <a:bodyPr anchor="b"/>
          <a:lstStyle>
            <a:lvl1pPr marL="0" indent="0">
              <a:buNone/>
              <a:defRPr sz="2640" b="1"/>
            </a:lvl1pPr>
            <a:lvl2pPr marL="502920" indent="0">
              <a:buNone/>
              <a:defRPr sz="2200" b="1"/>
            </a:lvl2pPr>
            <a:lvl3pPr marL="1005840" indent="0">
              <a:buNone/>
              <a:defRPr sz="1980" b="1"/>
            </a:lvl3pPr>
            <a:lvl4pPr marL="1508760" indent="0">
              <a:buNone/>
              <a:defRPr sz="1760" b="1"/>
            </a:lvl4pPr>
            <a:lvl5pPr marL="2011680" indent="0">
              <a:buNone/>
              <a:defRPr sz="1760" b="1"/>
            </a:lvl5pPr>
            <a:lvl6pPr marL="2514600" indent="0">
              <a:buNone/>
              <a:defRPr sz="1760" b="1"/>
            </a:lvl6pPr>
            <a:lvl7pPr marL="3017520" indent="0">
              <a:buNone/>
              <a:defRPr sz="1760" b="1"/>
            </a:lvl7pPr>
            <a:lvl8pPr marL="3520440" indent="0">
              <a:buNone/>
              <a:defRPr sz="1760" b="1"/>
            </a:lvl8pPr>
            <a:lvl9pPr marL="4023360" indent="0">
              <a:buNone/>
              <a:defRPr sz="17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92826" y="3674110"/>
            <a:ext cx="4255174" cy="54040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92066" y="2465706"/>
            <a:ext cx="4276130" cy="1208404"/>
          </a:xfrm>
        </p:spPr>
        <p:txBody>
          <a:bodyPr anchor="b"/>
          <a:lstStyle>
            <a:lvl1pPr marL="0" indent="0">
              <a:buNone/>
              <a:defRPr sz="2640" b="1"/>
            </a:lvl1pPr>
            <a:lvl2pPr marL="502920" indent="0">
              <a:buNone/>
              <a:defRPr sz="2200" b="1"/>
            </a:lvl2pPr>
            <a:lvl3pPr marL="1005840" indent="0">
              <a:buNone/>
              <a:defRPr sz="1980" b="1"/>
            </a:lvl3pPr>
            <a:lvl4pPr marL="1508760" indent="0">
              <a:buNone/>
              <a:defRPr sz="1760" b="1"/>
            </a:lvl4pPr>
            <a:lvl5pPr marL="2011680" indent="0">
              <a:buNone/>
              <a:defRPr sz="1760" b="1"/>
            </a:lvl5pPr>
            <a:lvl6pPr marL="2514600" indent="0">
              <a:buNone/>
              <a:defRPr sz="1760" b="1"/>
            </a:lvl6pPr>
            <a:lvl7pPr marL="3017520" indent="0">
              <a:buNone/>
              <a:defRPr sz="1760" b="1"/>
            </a:lvl7pPr>
            <a:lvl8pPr marL="3520440" indent="0">
              <a:buNone/>
              <a:defRPr sz="1760" b="1"/>
            </a:lvl8pPr>
            <a:lvl9pPr marL="4023360" indent="0">
              <a:buNone/>
              <a:defRPr sz="17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92066" y="3674110"/>
            <a:ext cx="4276130" cy="54040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F583B-9FC6-477B-8DB6-19D03DAC7365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0FD6C6-F022-46D2-B22F-59A12C26C4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7709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F583B-9FC6-477B-8DB6-19D03DAC7365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0FD6C6-F022-46D2-B22F-59A12C26C4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51413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F583B-9FC6-477B-8DB6-19D03DAC7365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0FD6C6-F022-46D2-B22F-59A12C26C4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39346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825" y="670560"/>
            <a:ext cx="3244096" cy="2346960"/>
          </a:xfrm>
        </p:spPr>
        <p:txBody>
          <a:bodyPr anchor="b"/>
          <a:lstStyle>
            <a:lvl1pPr>
              <a:defRPr sz="35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76130" y="1448226"/>
            <a:ext cx="5092065" cy="7147983"/>
          </a:xfrm>
        </p:spPr>
        <p:txBody>
          <a:bodyPr/>
          <a:lstStyle>
            <a:lvl1pPr>
              <a:defRPr sz="3520"/>
            </a:lvl1pPr>
            <a:lvl2pPr>
              <a:defRPr sz="3080"/>
            </a:lvl2pPr>
            <a:lvl3pPr>
              <a:defRPr sz="2640"/>
            </a:lvl3pPr>
            <a:lvl4pPr>
              <a:defRPr sz="2200"/>
            </a:lvl4pPr>
            <a:lvl5pPr>
              <a:defRPr sz="2200"/>
            </a:lvl5pPr>
            <a:lvl6pPr>
              <a:defRPr sz="2200"/>
            </a:lvl6pPr>
            <a:lvl7pPr>
              <a:defRPr sz="2200"/>
            </a:lvl7pPr>
            <a:lvl8pPr>
              <a:defRPr sz="2200"/>
            </a:lvl8pPr>
            <a:lvl9pPr>
              <a:defRPr sz="2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2825" y="3017520"/>
            <a:ext cx="3244096" cy="5590329"/>
          </a:xfrm>
        </p:spPr>
        <p:txBody>
          <a:bodyPr/>
          <a:lstStyle>
            <a:lvl1pPr marL="0" indent="0">
              <a:buNone/>
              <a:defRPr sz="1760"/>
            </a:lvl1pPr>
            <a:lvl2pPr marL="502920" indent="0">
              <a:buNone/>
              <a:defRPr sz="1540"/>
            </a:lvl2pPr>
            <a:lvl3pPr marL="1005840" indent="0">
              <a:buNone/>
              <a:defRPr sz="1320"/>
            </a:lvl3pPr>
            <a:lvl4pPr marL="1508760" indent="0">
              <a:buNone/>
              <a:defRPr sz="1100"/>
            </a:lvl4pPr>
            <a:lvl5pPr marL="2011680" indent="0">
              <a:buNone/>
              <a:defRPr sz="1100"/>
            </a:lvl5pPr>
            <a:lvl6pPr marL="2514600" indent="0">
              <a:buNone/>
              <a:defRPr sz="1100"/>
            </a:lvl6pPr>
            <a:lvl7pPr marL="3017520" indent="0">
              <a:buNone/>
              <a:defRPr sz="1100"/>
            </a:lvl7pPr>
            <a:lvl8pPr marL="3520440" indent="0">
              <a:buNone/>
              <a:defRPr sz="1100"/>
            </a:lvl8pPr>
            <a:lvl9pPr marL="4023360" indent="0">
              <a:buNone/>
              <a:defRPr sz="11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F583B-9FC6-477B-8DB6-19D03DAC7365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0FD6C6-F022-46D2-B22F-59A12C26C4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90598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825" y="670560"/>
            <a:ext cx="3244096" cy="2346960"/>
          </a:xfrm>
        </p:spPr>
        <p:txBody>
          <a:bodyPr anchor="b"/>
          <a:lstStyle>
            <a:lvl1pPr>
              <a:defRPr sz="35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76130" y="1448226"/>
            <a:ext cx="5092065" cy="7147983"/>
          </a:xfrm>
        </p:spPr>
        <p:txBody>
          <a:bodyPr anchor="t"/>
          <a:lstStyle>
            <a:lvl1pPr marL="0" indent="0">
              <a:buNone/>
              <a:defRPr sz="3520"/>
            </a:lvl1pPr>
            <a:lvl2pPr marL="502920" indent="0">
              <a:buNone/>
              <a:defRPr sz="3080"/>
            </a:lvl2pPr>
            <a:lvl3pPr marL="1005840" indent="0">
              <a:buNone/>
              <a:defRPr sz="2640"/>
            </a:lvl3pPr>
            <a:lvl4pPr marL="1508760" indent="0">
              <a:buNone/>
              <a:defRPr sz="2200"/>
            </a:lvl4pPr>
            <a:lvl5pPr marL="2011680" indent="0">
              <a:buNone/>
              <a:defRPr sz="2200"/>
            </a:lvl5pPr>
            <a:lvl6pPr marL="2514600" indent="0">
              <a:buNone/>
              <a:defRPr sz="2200"/>
            </a:lvl6pPr>
            <a:lvl7pPr marL="3017520" indent="0">
              <a:buNone/>
              <a:defRPr sz="2200"/>
            </a:lvl7pPr>
            <a:lvl8pPr marL="3520440" indent="0">
              <a:buNone/>
              <a:defRPr sz="2200"/>
            </a:lvl8pPr>
            <a:lvl9pPr marL="4023360" indent="0">
              <a:buNone/>
              <a:defRPr sz="2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2825" y="3017520"/>
            <a:ext cx="3244096" cy="5590329"/>
          </a:xfrm>
        </p:spPr>
        <p:txBody>
          <a:bodyPr/>
          <a:lstStyle>
            <a:lvl1pPr marL="0" indent="0">
              <a:buNone/>
              <a:defRPr sz="1760"/>
            </a:lvl1pPr>
            <a:lvl2pPr marL="502920" indent="0">
              <a:buNone/>
              <a:defRPr sz="1540"/>
            </a:lvl2pPr>
            <a:lvl3pPr marL="1005840" indent="0">
              <a:buNone/>
              <a:defRPr sz="1320"/>
            </a:lvl3pPr>
            <a:lvl4pPr marL="1508760" indent="0">
              <a:buNone/>
              <a:defRPr sz="1100"/>
            </a:lvl4pPr>
            <a:lvl5pPr marL="2011680" indent="0">
              <a:buNone/>
              <a:defRPr sz="1100"/>
            </a:lvl5pPr>
            <a:lvl6pPr marL="2514600" indent="0">
              <a:buNone/>
              <a:defRPr sz="1100"/>
            </a:lvl6pPr>
            <a:lvl7pPr marL="3017520" indent="0">
              <a:buNone/>
              <a:defRPr sz="1100"/>
            </a:lvl7pPr>
            <a:lvl8pPr marL="3520440" indent="0">
              <a:buNone/>
              <a:defRPr sz="1100"/>
            </a:lvl8pPr>
            <a:lvl9pPr marL="4023360" indent="0">
              <a:buNone/>
              <a:defRPr sz="11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F583B-9FC6-477B-8DB6-19D03DAC7365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0FD6C6-F022-46D2-B22F-59A12C26C4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00388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F583B-9FC6-477B-8DB6-19D03DAC7365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0FD6C6-F022-46D2-B22F-59A12C26C4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19523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198043" y="535517"/>
            <a:ext cx="2168843" cy="852402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91515" y="535517"/>
            <a:ext cx="6380798" cy="852402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F583B-9FC6-477B-8DB6-19D03DAC7365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0FD6C6-F022-46D2-B22F-59A12C26C4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732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91515" y="535519"/>
            <a:ext cx="8675370" cy="19441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1515" y="2677584"/>
            <a:ext cx="8675370" cy="63819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91515" y="9322649"/>
            <a:ext cx="2263140" cy="535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15F583B-9FC6-477B-8DB6-19D03DAC7365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331845" y="9322649"/>
            <a:ext cx="3394710" cy="535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103745" y="9322649"/>
            <a:ext cx="2263140" cy="535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70FD6C6-F022-46D2-B22F-59A12C26C4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83918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1005840" rtl="0" eaLnBrk="1" latinLnBrk="0" hangingPunct="1">
        <a:lnSpc>
          <a:spcPct val="90000"/>
        </a:lnSpc>
        <a:spcBef>
          <a:spcPct val="0"/>
        </a:spcBef>
        <a:buNone/>
        <a:defRPr sz="484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1460" indent="-251460" algn="l" defTabSz="1005840" rtl="0" eaLnBrk="1" latinLnBrk="0" hangingPunct="1">
        <a:lnSpc>
          <a:spcPct val="90000"/>
        </a:lnSpc>
        <a:spcBef>
          <a:spcPts val="1100"/>
        </a:spcBef>
        <a:buFont typeface="Arial" panose="020B0604020202020204" pitchFamily="34" charset="0"/>
        <a:buChar char="•"/>
        <a:defRPr sz="3080" kern="1200">
          <a:solidFill>
            <a:schemeClr val="tx1"/>
          </a:solidFill>
          <a:latin typeface="+mn-lt"/>
          <a:ea typeface="+mn-ea"/>
          <a:cs typeface="+mn-cs"/>
        </a:defRPr>
      </a:lvl1pPr>
      <a:lvl2pPr marL="75438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2640" kern="1200">
          <a:solidFill>
            <a:schemeClr val="tx1"/>
          </a:solidFill>
          <a:latin typeface="+mn-lt"/>
          <a:ea typeface="+mn-ea"/>
          <a:cs typeface="+mn-cs"/>
        </a:defRPr>
      </a:lvl2pPr>
      <a:lvl3pPr marL="125730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76022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4pPr>
      <a:lvl5pPr marL="226314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5pPr>
      <a:lvl6pPr marL="276606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6pPr>
      <a:lvl7pPr marL="326898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7pPr>
      <a:lvl8pPr marL="377190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8pPr>
      <a:lvl9pPr marL="427482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1pPr>
      <a:lvl2pPr marL="50292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2pPr>
      <a:lvl3pPr marL="100584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3pPr>
      <a:lvl4pPr marL="150876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4pPr>
      <a:lvl5pPr marL="201168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6pPr>
      <a:lvl7pPr marL="301752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7pPr>
      <a:lvl8pPr marL="352044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8pPr>
      <a:lvl9pPr marL="402336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13" Type="http://schemas.microsoft.com/office/2007/relationships/hdphoto" Target="../media/hdphoto6.wdp"/><Relationship Id="rId18" Type="http://schemas.openxmlformats.org/officeDocument/2006/relationships/image" Target="../media/image9.png"/><Relationship Id="rId3" Type="http://schemas.microsoft.com/office/2007/relationships/hdphoto" Target="../media/hdphoto1.wdp"/><Relationship Id="rId7" Type="http://schemas.microsoft.com/office/2007/relationships/hdphoto" Target="../media/hdphoto3.wdp"/><Relationship Id="rId12" Type="http://schemas.openxmlformats.org/officeDocument/2006/relationships/image" Target="../media/image6.png"/><Relationship Id="rId17" Type="http://schemas.microsoft.com/office/2007/relationships/hdphoto" Target="../media/hdphoto8.wdp"/><Relationship Id="rId2" Type="http://schemas.openxmlformats.org/officeDocument/2006/relationships/image" Target="../media/image1.png"/><Relationship Id="rId16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11" Type="http://schemas.microsoft.com/office/2007/relationships/hdphoto" Target="../media/hdphoto5.wdp"/><Relationship Id="rId5" Type="http://schemas.microsoft.com/office/2007/relationships/hdphoto" Target="../media/hdphoto2.wdp"/><Relationship Id="rId15" Type="http://schemas.microsoft.com/office/2007/relationships/hdphoto" Target="../media/hdphoto7.wdp"/><Relationship Id="rId10" Type="http://schemas.openxmlformats.org/officeDocument/2006/relationships/image" Target="../media/image5.png"/><Relationship Id="rId19" Type="http://schemas.microsoft.com/office/2007/relationships/hdphoto" Target="../media/hdphoto9.wdp"/><Relationship Id="rId4" Type="http://schemas.openxmlformats.org/officeDocument/2006/relationships/image" Target="../media/image2.png"/><Relationship Id="rId9" Type="http://schemas.microsoft.com/office/2007/relationships/hdphoto" Target="../media/hdphoto4.wdp"/><Relationship Id="rId1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9B21F7ED-63F1-9DEA-C66F-B337DA98B6A3}"/>
              </a:ext>
            </a:extLst>
          </p:cNvPr>
          <p:cNvGrpSpPr/>
          <p:nvPr/>
        </p:nvGrpSpPr>
        <p:grpSpPr>
          <a:xfrm>
            <a:off x="3540100" y="723694"/>
            <a:ext cx="4896895" cy="1808065"/>
            <a:chOff x="2564365" y="493909"/>
            <a:chExt cx="2837973" cy="1047856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CF008750-E5B2-656C-E872-70C106D8F7F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screen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50000"/>
                      </a14:imgEffect>
                      <a14:imgEffect>
                        <a14:brightnessContrast bright="2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 rot="15874859">
              <a:off x="3783699" y="-385841"/>
              <a:ext cx="396750" cy="2835418"/>
            </a:xfrm>
            <a:prstGeom prst="rect">
              <a:avLst/>
            </a:prstGeom>
            <a:ln>
              <a:noFill/>
            </a:ln>
          </p:spPr>
        </p:pic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0D846F1A-D0A7-B152-36E4-2A283623F8F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screen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sharpenSoften amount="50000"/>
                      </a14:imgEffect>
                      <a14:imgEffect>
                        <a14:brightnessContrast bright="2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 rot="5400000">
              <a:off x="3759202" y="-698373"/>
              <a:ext cx="450854" cy="2835418"/>
            </a:xfrm>
            <a:prstGeom prst="rect">
              <a:avLst/>
            </a:prstGeom>
            <a:ln>
              <a:noFill/>
            </a:ln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D6582BD9-79D8-392A-8707-25D42FEB03D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screen"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sharpenSoften amount="50000"/>
                      </a14:imgEffect>
                      <a14:imgEffect>
                        <a14:brightnessContrast bright="2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 rot="5198278">
              <a:off x="3800756" y="-58985"/>
              <a:ext cx="366082" cy="2835418"/>
            </a:xfrm>
            <a:prstGeom prst="rect">
              <a:avLst/>
            </a:prstGeom>
            <a:ln>
              <a:noFill/>
            </a:ln>
          </p:spPr>
        </p:pic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33F4A16D-9A42-01E5-A639-012DA6772FB3}"/>
              </a:ext>
            </a:extLst>
          </p:cNvPr>
          <p:cNvSpPr txBox="1"/>
          <p:nvPr/>
        </p:nvSpPr>
        <p:spPr>
          <a:xfrm>
            <a:off x="1125587" y="1364701"/>
            <a:ext cx="1116011" cy="4641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16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Gabriel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C6EB235-4E41-60AA-4993-5FD47BC05B62}"/>
              </a:ext>
            </a:extLst>
          </p:cNvPr>
          <p:cNvSpPr txBox="1"/>
          <p:nvPr/>
        </p:nvSpPr>
        <p:spPr>
          <a:xfrm>
            <a:off x="1125587" y="4565101"/>
            <a:ext cx="1098379" cy="4641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16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Canvas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2D980777-3CEF-7C98-20CB-4928BA00A653}"/>
              </a:ext>
            </a:extLst>
          </p:cNvPr>
          <p:cNvGrpSpPr/>
          <p:nvPr/>
        </p:nvGrpSpPr>
        <p:grpSpPr>
          <a:xfrm>
            <a:off x="3362046" y="6741611"/>
            <a:ext cx="5315253" cy="2160443"/>
            <a:chOff x="2790197" y="3141440"/>
            <a:chExt cx="3080430" cy="1252075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B9A720E1-CA92-2CF3-DC0C-10A5568E4EB5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screen">
              <a:extLst>
                <a:ext uri="{BEBA8EAE-BF5A-486C-A8C5-ECC9F3942E4B}">
                  <a14:imgProps xmlns:a14="http://schemas.microsoft.com/office/drawing/2010/main">
                    <a14:imgLayer r:embed="rId9">
                      <a14:imgEffect>
                        <a14:sharpenSoften amount="25000"/>
                      </a14:imgEffect>
                      <a14:imgEffect>
                        <a14:brightnessContrast bright="2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 rot="4768836">
              <a:off x="4006356" y="2285651"/>
              <a:ext cx="462584" cy="2894901"/>
            </a:xfrm>
            <a:prstGeom prst="rect">
              <a:avLst/>
            </a:prstGeom>
            <a:ln>
              <a:noFill/>
            </a:ln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CE97E638-AD0C-7398-81C3-83C89ED99DCE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screen">
              <a:extLst>
                <a:ext uri="{BEBA8EAE-BF5A-486C-A8C5-ECC9F3942E4B}">
                  <a14:imgProps xmlns:a14="http://schemas.microsoft.com/office/drawing/2010/main">
                    <a14:imgLayer r:embed="rId11">
                      <a14:imgEffect>
                        <a14:sharpenSoften amount="25000"/>
                      </a14:imgEffect>
                      <a14:imgEffect>
                        <a14:brightnessContrast bright="2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 rot="4900251">
              <a:off x="4094668" y="2617556"/>
              <a:ext cx="502967" cy="3048951"/>
            </a:xfrm>
            <a:prstGeom prst="rect">
              <a:avLst/>
            </a:prstGeom>
            <a:ln>
              <a:noFill/>
            </a:ln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417302B9-C011-9931-25A1-F408C9B1B60A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 cstate="screen">
              <a:extLst>
                <a:ext uri="{BEBA8EAE-BF5A-486C-A8C5-ECC9F3942E4B}">
                  <a14:imgProps xmlns:a14="http://schemas.microsoft.com/office/drawing/2010/main">
                    <a14:imgLayer r:embed="rId13">
                      <a14:imgEffect>
                        <a14:sharpenSoften amount="25000"/>
                      </a14:imgEffect>
                      <a14:imgEffect>
                        <a14:brightnessContrast bright="2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 rot="5243180">
              <a:off x="3984942" y="1971541"/>
              <a:ext cx="445653" cy="2785451"/>
            </a:xfrm>
            <a:prstGeom prst="rect">
              <a:avLst/>
            </a:prstGeom>
            <a:ln>
              <a:noFill/>
            </a:ln>
          </p:spPr>
        </p:pic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ED887BFA-073E-5DA1-759F-C85B3A0BF9C2}"/>
              </a:ext>
            </a:extLst>
          </p:cNvPr>
          <p:cNvSpPr txBox="1"/>
          <p:nvPr/>
        </p:nvSpPr>
        <p:spPr>
          <a:xfrm>
            <a:off x="1152692" y="7765501"/>
            <a:ext cx="1486817" cy="4641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16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Kivari</a:t>
            </a:r>
            <a:r>
              <a:rPr lang="en-US" sz="2416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AX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A6C7B4A3-0CE6-32B9-CBAE-F014A86BDB28}"/>
              </a:ext>
            </a:extLst>
          </p:cNvPr>
          <p:cNvGrpSpPr/>
          <p:nvPr/>
        </p:nvGrpSpPr>
        <p:grpSpPr>
          <a:xfrm>
            <a:off x="3455107" y="3605274"/>
            <a:ext cx="5231697" cy="2156349"/>
            <a:chOff x="2665399" y="3426255"/>
            <a:chExt cx="2857255" cy="1090197"/>
          </a:xfrm>
        </p:grpSpPr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5022E18E-9591-24CA-CE4C-0E67FF8B68D0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BEBA8EAE-BF5A-486C-A8C5-ECC9F3942E4B}">
                  <a14:imgProps xmlns:a14="http://schemas.microsoft.com/office/drawing/2010/main">
                    <a14:imgLayer r:embed="rId15">
                      <a14:imgEffect>
                        <a14:sharpenSoften amount="25000"/>
                      </a14:imgEffect>
                      <a14:imgEffect>
                        <a14:brightnessContrast bright="2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 rot="5400000">
              <a:off x="3894672" y="2910307"/>
              <a:ext cx="376872" cy="2835418"/>
            </a:xfrm>
            <a:prstGeom prst="rect">
              <a:avLst/>
            </a:prstGeom>
            <a:ln>
              <a:noFill/>
            </a:ln>
          </p:spPr>
        </p:pic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DA4A5FA0-3C18-8ABB-C9E7-8F5D18A1B0C2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BEBA8EAE-BF5A-486C-A8C5-ECC9F3942E4B}">
                  <a14:imgProps xmlns:a14="http://schemas.microsoft.com/office/drawing/2010/main">
                    <a14:imgLayer r:embed="rId17">
                      <a14:imgEffect>
                        <a14:sharpenSoften amount="25000"/>
                      </a14:imgEffect>
                      <a14:imgEffect>
                        <a14:brightnessContrast bright="2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 rot="5400000">
              <a:off x="3914666" y="2570243"/>
              <a:ext cx="336884" cy="2835418"/>
            </a:xfrm>
            <a:prstGeom prst="rect">
              <a:avLst/>
            </a:prstGeom>
            <a:ln>
              <a:noFill/>
            </a:ln>
          </p:spPr>
        </p:pic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1FDC17A8-59DE-D6E8-88EA-64EF700E2162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>
              <a:extLst>
                <a:ext uri="{BEBA8EAE-BF5A-486C-A8C5-ECC9F3942E4B}">
                  <a14:imgProps xmlns:a14="http://schemas.microsoft.com/office/drawing/2010/main">
                    <a14:imgLayer r:embed="rId19">
                      <a14:imgEffect>
                        <a14:sharpenSoften amount="25000"/>
                      </a14:imgEffect>
                      <a14:imgEffect>
                        <a14:brightnessContrast bright="2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 rot="5400000">
              <a:off x="3936504" y="2176987"/>
              <a:ext cx="336882" cy="2835418"/>
            </a:xfrm>
            <a:prstGeom prst="rect">
              <a:avLst/>
            </a:prstGeom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16756667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241</TotalTime>
  <Words>4</Words>
  <Application>Microsoft Office PowerPoint</Application>
  <PresentationFormat>Custom</PresentationFormat>
  <Paragraphs>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Times New Roman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Roberts,Robyn</dc:creator>
  <cp:lastModifiedBy>Zachary Winn</cp:lastModifiedBy>
  <cp:revision>2</cp:revision>
  <dcterms:created xsi:type="dcterms:W3CDTF">2026-02-13T17:37:45Z</dcterms:created>
  <dcterms:modified xsi:type="dcterms:W3CDTF">2026-05-27T20:01:34Z</dcterms:modified>
</cp:coreProperties>
</file>